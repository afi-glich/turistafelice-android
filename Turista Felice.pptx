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8EE9F5C1-0681-4857-B712-BCEBCB5B50A4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FD4541-FE9A-40FC-9FD1-09193A7AD869}" type="doc">
      <dgm:prSet loTypeId="urn:microsoft.com/office/officeart/2018/2/layout/IconVerticalSolidList#6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F1BC34-55EA-4827-892A-2587EBC0099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aseline="0" dirty="0"/>
            <a:t>L’obiettivo è offrire all’utente la possibilità di navigare la mappa e di creare e visualizzare i viaggi in ordine cronologico. Tutto questo in base a specifiche preferenze dell’utente.</a:t>
          </a:r>
          <a:endParaRPr lang="en-US" dirty="0"/>
        </a:p>
      </dgm:t>
    </dgm:pt>
    <dgm:pt modelId="{FB353DA6-537A-4726-A956-8AD5532E00BF}" type="parTrans" cxnId="{9C52F094-238D-4096-A11C-A10525FF10BD}">
      <dgm:prSet/>
      <dgm:spPr/>
      <dgm:t>
        <a:bodyPr/>
        <a:lstStyle/>
        <a:p>
          <a:endParaRPr lang="en-US" sz="2400"/>
        </a:p>
      </dgm:t>
    </dgm:pt>
    <dgm:pt modelId="{1DB7FCD8-870F-4776-86B1-40216BDA4B26}" type="sibTrans" cxnId="{9C52F094-238D-4096-A11C-A10525FF10BD}">
      <dgm:prSet/>
      <dgm:spPr/>
      <dgm:t>
        <a:bodyPr/>
        <a:lstStyle/>
        <a:p>
          <a:endParaRPr lang="en-US"/>
        </a:p>
      </dgm:t>
    </dgm:pt>
    <dgm:pt modelId="{5589EFE5-27BA-4015-9E0E-F1D8F0CA28C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aseline="0" dirty="0"/>
            <a:t>L’elemento chiave è appunto la possibilità di personalizzare la mappa con i luoghi di interesse scelti dall’utente. Ciò avviene dalla schermata di personalizzazione del profilo, dalla quale è possibile modificare sia nome utente sia l’immagine profilo.</a:t>
          </a:r>
          <a:endParaRPr lang="en-US" dirty="0"/>
        </a:p>
      </dgm:t>
    </dgm:pt>
    <dgm:pt modelId="{557685CD-C1DF-4727-AF07-3BD65CF7BEA9}" type="parTrans" cxnId="{A9E0B454-45EE-4422-80C8-CC89413855A8}">
      <dgm:prSet/>
      <dgm:spPr/>
      <dgm:t>
        <a:bodyPr/>
        <a:lstStyle/>
        <a:p>
          <a:endParaRPr lang="en-US" sz="2400"/>
        </a:p>
      </dgm:t>
    </dgm:pt>
    <dgm:pt modelId="{924DFB9C-ECAB-41E9-9CFF-9943F6815E9D}" type="sibTrans" cxnId="{A9E0B454-45EE-4422-80C8-CC89413855A8}">
      <dgm:prSet/>
      <dgm:spPr/>
      <dgm:t>
        <a:bodyPr/>
        <a:lstStyle/>
        <a:p>
          <a:endParaRPr lang="en-US"/>
        </a:p>
      </dgm:t>
    </dgm:pt>
    <dgm:pt modelId="{CEFA1615-9F7F-4D03-9D67-30B25B9342F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aseline="0" dirty="0"/>
            <a:t>Accedendo alla schermata </a:t>
          </a:r>
          <a:r>
            <a:rPr lang="it-IT" baseline="0" dirty="0" err="1"/>
            <a:t>Around</a:t>
          </a:r>
          <a:r>
            <a:rPr lang="it-IT" baseline="0" dirty="0"/>
            <a:t> (o esplora) potrà ricevere sulla mappa notifica di tutti i luoghi di interesse. Potrà selezione un punto di interesse e visualizzarne i dettagli, quali immagini, la pagina Wiki.</a:t>
          </a:r>
          <a:endParaRPr lang="en-US" dirty="0"/>
        </a:p>
      </dgm:t>
    </dgm:pt>
    <dgm:pt modelId="{E3A33EE6-141E-482D-9511-750523AF1B2D}" type="parTrans" cxnId="{3C9C2F38-82CF-4018-85E8-98C28D25ACE7}">
      <dgm:prSet/>
      <dgm:spPr/>
      <dgm:t>
        <a:bodyPr/>
        <a:lstStyle/>
        <a:p>
          <a:endParaRPr lang="en-US" sz="2400"/>
        </a:p>
      </dgm:t>
    </dgm:pt>
    <dgm:pt modelId="{C7B1132E-99C2-4438-9F13-6FFF46584032}" type="sibTrans" cxnId="{3C9C2F38-82CF-4018-85E8-98C28D25ACE7}">
      <dgm:prSet/>
      <dgm:spPr/>
      <dgm:t>
        <a:bodyPr/>
        <a:lstStyle/>
        <a:p>
          <a:endParaRPr lang="en-US"/>
        </a:p>
      </dgm:t>
    </dgm:pt>
    <dgm:pt modelId="{FB68B664-1190-4426-AF63-E5903BC416B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aseline="0" dirty="0"/>
            <a:t>Nella timeline è possibile vedere il successivo viaggio più vicino nel tempo, oltre a quelli futuri e passati. Si avrà modo di modificare ed eliminare i viaggi e di crearne dei nuovi, accendendo alla schermata di planning.</a:t>
          </a:r>
          <a:endParaRPr lang="en-US" dirty="0"/>
        </a:p>
      </dgm:t>
    </dgm:pt>
    <dgm:pt modelId="{57DD1599-1E5E-4A30-AE8C-E11693D0B26A}" type="parTrans" cxnId="{1F937A1F-F8EC-41AE-A147-293980A54784}">
      <dgm:prSet/>
      <dgm:spPr/>
      <dgm:t>
        <a:bodyPr/>
        <a:lstStyle/>
        <a:p>
          <a:endParaRPr lang="en-US" sz="2400"/>
        </a:p>
      </dgm:t>
    </dgm:pt>
    <dgm:pt modelId="{F16FB1FD-0843-4857-9B7E-FC7D10487C2B}" type="sibTrans" cxnId="{1F937A1F-F8EC-41AE-A147-293980A54784}">
      <dgm:prSet/>
      <dgm:spPr/>
      <dgm:t>
        <a:bodyPr/>
        <a:lstStyle/>
        <a:p>
          <a:endParaRPr lang="en-US"/>
        </a:p>
      </dgm:t>
    </dgm:pt>
    <dgm:pt modelId="{B62E374D-D484-46FF-87B0-5992940C23E7}" type="pres">
      <dgm:prSet presAssocID="{3EFD4541-FE9A-40FC-9FD1-09193A7AD869}" presName="root" presStyleCnt="0">
        <dgm:presLayoutVars>
          <dgm:dir/>
          <dgm:resizeHandles val="exact"/>
        </dgm:presLayoutVars>
      </dgm:prSet>
      <dgm:spPr/>
    </dgm:pt>
    <dgm:pt modelId="{B0472DA1-40EB-4197-ABA7-59BBFBB5DB8C}" type="pres">
      <dgm:prSet presAssocID="{B2F1BC34-55EA-4827-892A-2587EBC0099D}" presName="compNode" presStyleCnt="0"/>
      <dgm:spPr/>
    </dgm:pt>
    <dgm:pt modelId="{7CE33369-DF8E-45C4-86EE-69CBC1549A59}" type="pres">
      <dgm:prSet presAssocID="{B2F1BC34-55EA-4827-892A-2587EBC0099D}" presName="bgRect" presStyleLbl="bgShp" presStyleIdx="0" presStyleCnt="4" custScaleY="125924"/>
      <dgm:spPr/>
    </dgm:pt>
    <dgm:pt modelId="{67F72D65-9234-4DEC-8DB0-2C6AB8E8EA5D}" type="pres">
      <dgm:prSet presAssocID="{B2F1BC34-55EA-4827-892A-2587EBC0099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0B83FB39-11A8-4141-A27E-9B1DEE093339}" type="pres">
      <dgm:prSet presAssocID="{B2F1BC34-55EA-4827-892A-2587EBC0099D}" presName="spaceRect" presStyleCnt="0"/>
      <dgm:spPr/>
    </dgm:pt>
    <dgm:pt modelId="{0F88017D-735E-438A-BBD2-A34E62CE7BEF}" type="pres">
      <dgm:prSet presAssocID="{B2F1BC34-55EA-4827-892A-2587EBC0099D}" presName="parTx" presStyleLbl="revTx" presStyleIdx="0" presStyleCnt="4" custLinFactNeighborX="-267" custLinFactNeighborY="-12492">
        <dgm:presLayoutVars>
          <dgm:chMax val="0"/>
          <dgm:chPref val="0"/>
        </dgm:presLayoutVars>
      </dgm:prSet>
      <dgm:spPr/>
    </dgm:pt>
    <dgm:pt modelId="{9AAFD91C-15D5-4156-B193-62B0844A6450}" type="pres">
      <dgm:prSet presAssocID="{1DB7FCD8-870F-4776-86B1-40216BDA4B26}" presName="sibTrans" presStyleCnt="0"/>
      <dgm:spPr/>
    </dgm:pt>
    <dgm:pt modelId="{43C42CB1-3D3B-4EA7-9829-FCB077BD9C60}" type="pres">
      <dgm:prSet presAssocID="{5589EFE5-27BA-4015-9E0E-F1D8F0CA28CE}" presName="compNode" presStyleCnt="0"/>
      <dgm:spPr/>
    </dgm:pt>
    <dgm:pt modelId="{08B9FD4D-0547-4BC7-AB68-FB1BD0F0D013}" type="pres">
      <dgm:prSet presAssocID="{5589EFE5-27BA-4015-9E0E-F1D8F0CA28CE}" presName="bgRect" presStyleLbl="bgShp" presStyleIdx="1" presStyleCnt="4" custScaleY="143173"/>
      <dgm:spPr/>
    </dgm:pt>
    <dgm:pt modelId="{F776B105-7B83-4490-992B-903A1747252F}" type="pres">
      <dgm:prSet presAssocID="{5589EFE5-27BA-4015-9E0E-F1D8F0CA28C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tore"/>
        </a:ext>
      </dgm:extLst>
    </dgm:pt>
    <dgm:pt modelId="{0E5DC6D7-7EBB-4661-835B-AD2931EC1B80}" type="pres">
      <dgm:prSet presAssocID="{5589EFE5-27BA-4015-9E0E-F1D8F0CA28CE}" presName="spaceRect" presStyleCnt="0"/>
      <dgm:spPr/>
    </dgm:pt>
    <dgm:pt modelId="{BED81388-9E37-4780-B5DD-B9FD9D74B59E}" type="pres">
      <dgm:prSet presAssocID="{5589EFE5-27BA-4015-9E0E-F1D8F0CA28CE}" presName="parTx" presStyleLbl="revTx" presStyleIdx="1" presStyleCnt="4" custLinFactNeighborY="-7105">
        <dgm:presLayoutVars>
          <dgm:chMax val="0"/>
          <dgm:chPref val="0"/>
        </dgm:presLayoutVars>
      </dgm:prSet>
      <dgm:spPr/>
    </dgm:pt>
    <dgm:pt modelId="{34B5C1B0-0158-4B0F-92B7-15C32494ECA0}" type="pres">
      <dgm:prSet presAssocID="{924DFB9C-ECAB-41E9-9CFF-9943F6815E9D}" presName="sibTrans" presStyleCnt="0"/>
      <dgm:spPr/>
    </dgm:pt>
    <dgm:pt modelId="{DC568A9C-D924-48A6-AD9D-2C020CDD0EE0}" type="pres">
      <dgm:prSet presAssocID="{CEFA1615-9F7F-4D03-9D67-30B25B9342F3}" presName="compNode" presStyleCnt="0"/>
      <dgm:spPr/>
    </dgm:pt>
    <dgm:pt modelId="{4B488354-0C4C-4BD7-A34F-4C88751000D9}" type="pres">
      <dgm:prSet presAssocID="{CEFA1615-9F7F-4D03-9D67-30B25B9342F3}" presName="bgRect" presStyleLbl="bgShp" presStyleIdx="2" presStyleCnt="4" custScaleY="142104"/>
      <dgm:spPr/>
    </dgm:pt>
    <dgm:pt modelId="{2E7E7144-3A9A-4204-AF3C-1E0E5FD99D64}" type="pres">
      <dgm:prSet presAssocID="{CEFA1615-9F7F-4D03-9D67-30B25B9342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17F3079-AB96-4A57-8D71-2C4145E24780}" type="pres">
      <dgm:prSet presAssocID="{CEFA1615-9F7F-4D03-9D67-30B25B9342F3}" presName="spaceRect" presStyleCnt="0"/>
      <dgm:spPr/>
    </dgm:pt>
    <dgm:pt modelId="{79A054D9-8EB4-4CD6-A900-D0DCE29BC83B}" type="pres">
      <dgm:prSet presAssocID="{CEFA1615-9F7F-4D03-9D67-30B25B9342F3}" presName="parTx" presStyleLbl="revTx" presStyleIdx="2" presStyleCnt="4" custScaleY="134566" custLinFactNeighborY="-13855">
        <dgm:presLayoutVars>
          <dgm:chMax val="0"/>
          <dgm:chPref val="0"/>
        </dgm:presLayoutVars>
      </dgm:prSet>
      <dgm:spPr/>
    </dgm:pt>
    <dgm:pt modelId="{575E8558-C1AC-4650-BB41-3B4E15247917}" type="pres">
      <dgm:prSet presAssocID="{C7B1132E-99C2-4438-9F13-6FFF46584032}" presName="sibTrans" presStyleCnt="0"/>
      <dgm:spPr/>
    </dgm:pt>
    <dgm:pt modelId="{02131857-CD04-4AE2-8923-A5F6ECC3C3FA}" type="pres">
      <dgm:prSet presAssocID="{FB68B664-1190-4426-AF63-E5903BC416BF}" presName="compNode" presStyleCnt="0"/>
      <dgm:spPr/>
    </dgm:pt>
    <dgm:pt modelId="{2858A006-0402-4C5F-A563-CC311284EBCA}" type="pres">
      <dgm:prSet presAssocID="{FB68B664-1190-4426-AF63-E5903BC416BF}" presName="bgRect" presStyleLbl="bgShp" presStyleIdx="3" presStyleCnt="4" custScaleY="141134"/>
      <dgm:spPr/>
    </dgm:pt>
    <dgm:pt modelId="{9D4F8B4A-7D16-49C2-BCC5-F4919755DBFB}" type="pres">
      <dgm:prSet presAssocID="{FB68B664-1190-4426-AF63-E5903BC416BF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75A526C9-462A-4CAC-891D-BE74FE3E542F}" type="pres">
      <dgm:prSet presAssocID="{FB68B664-1190-4426-AF63-E5903BC416BF}" presName="spaceRect" presStyleCnt="0"/>
      <dgm:spPr/>
    </dgm:pt>
    <dgm:pt modelId="{D16C1C91-DC36-4150-9B16-41D75AA65CB2}" type="pres">
      <dgm:prSet presAssocID="{FB68B664-1190-4426-AF63-E5903BC416BF}" presName="parTx" presStyleLbl="revTx" presStyleIdx="3" presStyleCnt="4" custLinFactNeighborX="267" custLinFactNeighborY="-13988">
        <dgm:presLayoutVars>
          <dgm:chMax val="0"/>
          <dgm:chPref val="0"/>
        </dgm:presLayoutVars>
      </dgm:prSet>
      <dgm:spPr/>
    </dgm:pt>
  </dgm:ptLst>
  <dgm:cxnLst>
    <dgm:cxn modelId="{FF60AF0B-5228-45ED-A792-D4585FA31333}" type="presOf" srcId="{FB68B664-1190-4426-AF63-E5903BC416BF}" destId="{D16C1C91-DC36-4150-9B16-41D75AA65CB2}" srcOrd="0" destOrd="0" presId="urn:microsoft.com/office/officeart/2018/2/layout/IconVerticalSolidList#6"/>
    <dgm:cxn modelId="{1F937A1F-F8EC-41AE-A147-293980A54784}" srcId="{3EFD4541-FE9A-40FC-9FD1-09193A7AD869}" destId="{FB68B664-1190-4426-AF63-E5903BC416BF}" srcOrd="3" destOrd="0" parTransId="{57DD1599-1E5E-4A30-AE8C-E11693D0B26A}" sibTransId="{F16FB1FD-0843-4857-9B7E-FC7D10487C2B}"/>
    <dgm:cxn modelId="{3C9C2F38-82CF-4018-85E8-98C28D25ACE7}" srcId="{3EFD4541-FE9A-40FC-9FD1-09193A7AD869}" destId="{CEFA1615-9F7F-4D03-9D67-30B25B9342F3}" srcOrd="2" destOrd="0" parTransId="{E3A33EE6-141E-482D-9511-750523AF1B2D}" sibTransId="{C7B1132E-99C2-4438-9F13-6FFF46584032}"/>
    <dgm:cxn modelId="{05B96138-0C78-47C8-BE16-12FC756D7FAF}" type="presOf" srcId="{5589EFE5-27BA-4015-9E0E-F1D8F0CA28CE}" destId="{BED81388-9E37-4780-B5DD-B9FD9D74B59E}" srcOrd="0" destOrd="0" presId="urn:microsoft.com/office/officeart/2018/2/layout/IconVerticalSolidList#6"/>
    <dgm:cxn modelId="{D004465C-8745-4F3B-9F11-71B802538441}" type="presOf" srcId="{B2F1BC34-55EA-4827-892A-2587EBC0099D}" destId="{0F88017D-735E-438A-BBD2-A34E62CE7BEF}" srcOrd="0" destOrd="0" presId="urn:microsoft.com/office/officeart/2018/2/layout/IconVerticalSolidList#6"/>
    <dgm:cxn modelId="{A9E0B454-45EE-4422-80C8-CC89413855A8}" srcId="{3EFD4541-FE9A-40FC-9FD1-09193A7AD869}" destId="{5589EFE5-27BA-4015-9E0E-F1D8F0CA28CE}" srcOrd="1" destOrd="0" parTransId="{557685CD-C1DF-4727-AF07-3BD65CF7BEA9}" sibTransId="{924DFB9C-ECAB-41E9-9CFF-9943F6815E9D}"/>
    <dgm:cxn modelId="{9C52F094-238D-4096-A11C-A10525FF10BD}" srcId="{3EFD4541-FE9A-40FC-9FD1-09193A7AD869}" destId="{B2F1BC34-55EA-4827-892A-2587EBC0099D}" srcOrd="0" destOrd="0" parTransId="{FB353DA6-537A-4726-A956-8AD5532E00BF}" sibTransId="{1DB7FCD8-870F-4776-86B1-40216BDA4B26}"/>
    <dgm:cxn modelId="{1B8B6896-0FA6-4C16-AC2B-F7D527EDA50A}" type="presOf" srcId="{CEFA1615-9F7F-4D03-9D67-30B25B9342F3}" destId="{79A054D9-8EB4-4CD6-A900-D0DCE29BC83B}" srcOrd="0" destOrd="0" presId="urn:microsoft.com/office/officeart/2018/2/layout/IconVerticalSolidList#6"/>
    <dgm:cxn modelId="{7A0168FF-1433-4A57-965E-EA577E37D61B}" type="presOf" srcId="{3EFD4541-FE9A-40FC-9FD1-09193A7AD869}" destId="{B62E374D-D484-46FF-87B0-5992940C23E7}" srcOrd="0" destOrd="0" presId="urn:microsoft.com/office/officeart/2018/2/layout/IconVerticalSolidList#6"/>
    <dgm:cxn modelId="{360248C8-5B43-4C92-9C1F-1B6A78B3C896}" type="presParOf" srcId="{B62E374D-D484-46FF-87B0-5992940C23E7}" destId="{B0472DA1-40EB-4197-ABA7-59BBFBB5DB8C}" srcOrd="0" destOrd="0" presId="urn:microsoft.com/office/officeart/2018/2/layout/IconVerticalSolidList#6"/>
    <dgm:cxn modelId="{A301490B-D858-46E0-91C9-BF5783F8869B}" type="presParOf" srcId="{B0472DA1-40EB-4197-ABA7-59BBFBB5DB8C}" destId="{7CE33369-DF8E-45C4-86EE-69CBC1549A59}" srcOrd="0" destOrd="0" presId="urn:microsoft.com/office/officeart/2018/2/layout/IconVerticalSolidList#6"/>
    <dgm:cxn modelId="{7B3ED66F-BF9A-43C2-A6C0-F611C57E9EE7}" type="presParOf" srcId="{B0472DA1-40EB-4197-ABA7-59BBFBB5DB8C}" destId="{67F72D65-9234-4DEC-8DB0-2C6AB8E8EA5D}" srcOrd="1" destOrd="0" presId="urn:microsoft.com/office/officeart/2018/2/layout/IconVerticalSolidList#6"/>
    <dgm:cxn modelId="{8CF4DF8B-4423-456E-A702-53B06ECEA3E2}" type="presParOf" srcId="{B0472DA1-40EB-4197-ABA7-59BBFBB5DB8C}" destId="{0B83FB39-11A8-4141-A27E-9B1DEE093339}" srcOrd="2" destOrd="0" presId="urn:microsoft.com/office/officeart/2018/2/layout/IconVerticalSolidList#6"/>
    <dgm:cxn modelId="{430E6638-F57A-42B4-9D45-91BAEDD2A803}" type="presParOf" srcId="{B0472DA1-40EB-4197-ABA7-59BBFBB5DB8C}" destId="{0F88017D-735E-438A-BBD2-A34E62CE7BEF}" srcOrd="3" destOrd="0" presId="urn:microsoft.com/office/officeart/2018/2/layout/IconVerticalSolidList#6"/>
    <dgm:cxn modelId="{B26E4B99-2F90-4CA3-8E73-82C47A61FCE2}" type="presParOf" srcId="{B62E374D-D484-46FF-87B0-5992940C23E7}" destId="{9AAFD91C-15D5-4156-B193-62B0844A6450}" srcOrd="1" destOrd="0" presId="urn:microsoft.com/office/officeart/2018/2/layout/IconVerticalSolidList#6"/>
    <dgm:cxn modelId="{5A3039AC-A4EB-4DFE-80D8-FF0A031F08AE}" type="presParOf" srcId="{B62E374D-D484-46FF-87B0-5992940C23E7}" destId="{43C42CB1-3D3B-4EA7-9829-FCB077BD9C60}" srcOrd="2" destOrd="0" presId="urn:microsoft.com/office/officeart/2018/2/layout/IconVerticalSolidList#6"/>
    <dgm:cxn modelId="{7246333D-0405-4441-BC18-64003ADB21E9}" type="presParOf" srcId="{43C42CB1-3D3B-4EA7-9829-FCB077BD9C60}" destId="{08B9FD4D-0547-4BC7-AB68-FB1BD0F0D013}" srcOrd="0" destOrd="0" presId="urn:microsoft.com/office/officeart/2018/2/layout/IconVerticalSolidList#6"/>
    <dgm:cxn modelId="{61F36DB2-4E9A-4927-B884-1BA4D9FD1873}" type="presParOf" srcId="{43C42CB1-3D3B-4EA7-9829-FCB077BD9C60}" destId="{F776B105-7B83-4490-992B-903A1747252F}" srcOrd="1" destOrd="0" presId="urn:microsoft.com/office/officeart/2018/2/layout/IconVerticalSolidList#6"/>
    <dgm:cxn modelId="{E0DC0AC0-4133-4F4F-8675-70E4CED9244B}" type="presParOf" srcId="{43C42CB1-3D3B-4EA7-9829-FCB077BD9C60}" destId="{0E5DC6D7-7EBB-4661-835B-AD2931EC1B80}" srcOrd="2" destOrd="0" presId="urn:microsoft.com/office/officeart/2018/2/layout/IconVerticalSolidList#6"/>
    <dgm:cxn modelId="{378C3E1F-F195-41BD-9A91-FDFCC37EA0DC}" type="presParOf" srcId="{43C42CB1-3D3B-4EA7-9829-FCB077BD9C60}" destId="{BED81388-9E37-4780-B5DD-B9FD9D74B59E}" srcOrd="3" destOrd="0" presId="urn:microsoft.com/office/officeart/2018/2/layout/IconVerticalSolidList#6"/>
    <dgm:cxn modelId="{FD39825D-4ADB-4324-8405-E01DB0A349A6}" type="presParOf" srcId="{B62E374D-D484-46FF-87B0-5992940C23E7}" destId="{34B5C1B0-0158-4B0F-92B7-15C32494ECA0}" srcOrd="3" destOrd="0" presId="urn:microsoft.com/office/officeart/2018/2/layout/IconVerticalSolidList#6"/>
    <dgm:cxn modelId="{F10C7B94-11F9-4983-94E2-00840160DBD9}" type="presParOf" srcId="{B62E374D-D484-46FF-87B0-5992940C23E7}" destId="{DC568A9C-D924-48A6-AD9D-2C020CDD0EE0}" srcOrd="4" destOrd="0" presId="urn:microsoft.com/office/officeart/2018/2/layout/IconVerticalSolidList#6"/>
    <dgm:cxn modelId="{0E9350BB-3586-48C5-A434-71BB561204EB}" type="presParOf" srcId="{DC568A9C-D924-48A6-AD9D-2C020CDD0EE0}" destId="{4B488354-0C4C-4BD7-A34F-4C88751000D9}" srcOrd="0" destOrd="0" presId="urn:microsoft.com/office/officeart/2018/2/layout/IconVerticalSolidList#6"/>
    <dgm:cxn modelId="{1B1F6C28-6726-47A0-BADF-8FDB9AB71877}" type="presParOf" srcId="{DC568A9C-D924-48A6-AD9D-2C020CDD0EE0}" destId="{2E7E7144-3A9A-4204-AF3C-1E0E5FD99D64}" srcOrd="1" destOrd="0" presId="urn:microsoft.com/office/officeart/2018/2/layout/IconVerticalSolidList#6"/>
    <dgm:cxn modelId="{8093DE7B-C346-4108-A1B9-B822710E086B}" type="presParOf" srcId="{DC568A9C-D924-48A6-AD9D-2C020CDD0EE0}" destId="{C17F3079-AB96-4A57-8D71-2C4145E24780}" srcOrd="2" destOrd="0" presId="urn:microsoft.com/office/officeart/2018/2/layout/IconVerticalSolidList#6"/>
    <dgm:cxn modelId="{4CD57A08-A994-4AB8-8687-A31EA3FA4045}" type="presParOf" srcId="{DC568A9C-D924-48A6-AD9D-2C020CDD0EE0}" destId="{79A054D9-8EB4-4CD6-A900-D0DCE29BC83B}" srcOrd="3" destOrd="0" presId="urn:microsoft.com/office/officeart/2018/2/layout/IconVerticalSolidList#6"/>
    <dgm:cxn modelId="{570E07B6-A4BE-4987-80F5-1359A987BE98}" type="presParOf" srcId="{B62E374D-D484-46FF-87B0-5992940C23E7}" destId="{575E8558-C1AC-4650-BB41-3B4E15247917}" srcOrd="5" destOrd="0" presId="urn:microsoft.com/office/officeart/2018/2/layout/IconVerticalSolidList#6"/>
    <dgm:cxn modelId="{1CA2828B-7222-486F-8D9A-14E5889A1957}" type="presParOf" srcId="{B62E374D-D484-46FF-87B0-5992940C23E7}" destId="{02131857-CD04-4AE2-8923-A5F6ECC3C3FA}" srcOrd="6" destOrd="0" presId="urn:microsoft.com/office/officeart/2018/2/layout/IconVerticalSolidList#6"/>
    <dgm:cxn modelId="{EB4D13BD-BC42-4998-B371-73875369A421}" type="presParOf" srcId="{02131857-CD04-4AE2-8923-A5F6ECC3C3FA}" destId="{2858A006-0402-4C5F-A563-CC311284EBCA}" srcOrd="0" destOrd="0" presId="urn:microsoft.com/office/officeart/2018/2/layout/IconVerticalSolidList#6"/>
    <dgm:cxn modelId="{B2AAA474-A26A-49E5-9DE5-8CF6B338C1FC}" type="presParOf" srcId="{02131857-CD04-4AE2-8923-A5F6ECC3C3FA}" destId="{9D4F8B4A-7D16-49C2-BCC5-F4919755DBFB}" srcOrd="1" destOrd="0" presId="urn:microsoft.com/office/officeart/2018/2/layout/IconVerticalSolidList#6"/>
    <dgm:cxn modelId="{A46DCC14-B0EE-4A09-94A9-31DDEE8076C3}" type="presParOf" srcId="{02131857-CD04-4AE2-8923-A5F6ECC3C3FA}" destId="{75A526C9-462A-4CAC-891D-BE74FE3E542F}" srcOrd="2" destOrd="0" presId="urn:microsoft.com/office/officeart/2018/2/layout/IconVerticalSolidList#6"/>
    <dgm:cxn modelId="{C2987669-8C4C-4EE4-A686-85873223D68A}" type="presParOf" srcId="{02131857-CD04-4AE2-8923-A5F6ECC3C3FA}" destId="{D16C1C91-DC36-4150-9B16-41D75AA65CB2}" srcOrd="3" destOrd="0" presId="urn:microsoft.com/office/officeart/2018/2/layout/IconVerticalSolidList#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33369-DF8E-45C4-86EE-69CBC1549A59}">
      <dsp:nvSpPr>
        <dsp:cNvPr id="0" name=""/>
        <dsp:cNvSpPr/>
      </dsp:nvSpPr>
      <dsp:spPr>
        <a:xfrm>
          <a:off x="0" y="315792"/>
          <a:ext cx="5945448" cy="9889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F72D65-9234-4DEC-8DB0-2C6AB8E8EA5D}">
      <dsp:nvSpPr>
        <dsp:cNvPr id="0" name=""/>
        <dsp:cNvSpPr/>
      </dsp:nvSpPr>
      <dsp:spPr>
        <a:xfrm>
          <a:off x="237572" y="594298"/>
          <a:ext cx="432373" cy="431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8017D-735E-438A-BBD2-A34E62CE7BEF}">
      <dsp:nvSpPr>
        <dsp:cNvPr id="0" name=""/>
        <dsp:cNvSpPr/>
      </dsp:nvSpPr>
      <dsp:spPr>
        <a:xfrm>
          <a:off x="894285" y="301088"/>
          <a:ext cx="4956395" cy="932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02" tIns="98702" rIns="98702" bIns="9870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baseline="0" dirty="0"/>
            <a:t>L’obiettivo è offrire all’utente la possibilità di navigare la mappa e di creare e visualizzare i viaggi in ordine cronologico. Tutto questo in base a specifiche preferenze dell’utente.</a:t>
          </a:r>
          <a:endParaRPr lang="en-US" sz="1400" kern="1200" dirty="0"/>
        </a:p>
      </dsp:txBody>
      <dsp:txXfrm>
        <a:off x="894285" y="301088"/>
        <a:ext cx="4956395" cy="932621"/>
      </dsp:txXfrm>
    </dsp:sp>
    <dsp:sp modelId="{08B9FD4D-0547-4BC7-AB68-FB1BD0F0D013}">
      <dsp:nvSpPr>
        <dsp:cNvPr id="0" name=""/>
        <dsp:cNvSpPr/>
      </dsp:nvSpPr>
      <dsp:spPr>
        <a:xfrm>
          <a:off x="0" y="1583367"/>
          <a:ext cx="5945448" cy="11244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6B105-7B83-4490-992B-903A1747252F}">
      <dsp:nvSpPr>
        <dsp:cNvPr id="0" name=""/>
        <dsp:cNvSpPr/>
      </dsp:nvSpPr>
      <dsp:spPr>
        <a:xfrm>
          <a:off x="237572" y="1929607"/>
          <a:ext cx="432373" cy="431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81388-9E37-4780-B5DD-B9FD9D74B59E}">
      <dsp:nvSpPr>
        <dsp:cNvPr id="0" name=""/>
        <dsp:cNvSpPr/>
      </dsp:nvSpPr>
      <dsp:spPr>
        <a:xfrm>
          <a:off x="907518" y="1686638"/>
          <a:ext cx="4956395" cy="932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02" tIns="98702" rIns="98702" bIns="9870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baseline="0" dirty="0"/>
            <a:t>L’elemento chiave è appunto la possibilità di personalizzare la mappa con i luoghi di interesse scelti dall’utente. Ciò avviene dalla schermata di personalizzazione del profilo, dalla quale è possibile modificare sia nome utente sia l’immagine profilo.</a:t>
          </a:r>
          <a:endParaRPr lang="en-US" sz="1400" kern="1200" dirty="0"/>
        </a:p>
      </dsp:txBody>
      <dsp:txXfrm>
        <a:off x="907518" y="1686638"/>
        <a:ext cx="4956395" cy="932621"/>
      </dsp:txXfrm>
    </dsp:sp>
    <dsp:sp modelId="{4B488354-0C4C-4BD7-A34F-4C88751000D9}">
      <dsp:nvSpPr>
        <dsp:cNvPr id="0" name=""/>
        <dsp:cNvSpPr/>
      </dsp:nvSpPr>
      <dsp:spPr>
        <a:xfrm>
          <a:off x="0" y="2940953"/>
          <a:ext cx="5945448" cy="11160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E7144-3A9A-4204-AF3C-1E0E5FD99D64}">
      <dsp:nvSpPr>
        <dsp:cNvPr id="0" name=""/>
        <dsp:cNvSpPr/>
      </dsp:nvSpPr>
      <dsp:spPr>
        <a:xfrm>
          <a:off x="237572" y="3282996"/>
          <a:ext cx="432373" cy="431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054D9-8EB4-4CD6-A900-D0DCE29BC83B}">
      <dsp:nvSpPr>
        <dsp:cNvPr id="0" name=""/>
        <dsp:cNvSpPr/>
      </dsp:nvSpPr>
      <dsp:spPr>
        <a:xfrm>
          <a:off x="907518" y="2815889"/>
          <a:ext cx="4956395" cy="1254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02" tIns="98702" rIns="98702" bIns="9870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baseline="0" dirty="0"/>
            <a:t>Accedendo alla schermata </a:t>
          </a:r>
          <a:r>
            <a:rPr lang="it-IT" sz="1400" kern="1200" baseline="0" dirty="0" err="1"/>
            <a:t>Around</a:t>
          </a:r>
          <a:r>
            <a:rPr lang="it-IT" sz="1400" kern="1200" baseline="0" dirty="0"/>
            <a:t> (o esplora) potrà ricevere sulla mappa notifica di tutti i luoghi di interesse. Potrà selezione un punto di interesse e visualizzarne i dettagli, quali immagini, la pagina Wiki.</a:t>
          </a:r>
          <a:endParaRPr lang="en-US" sz="1400" kern="1200" dirty="0"/>
        </a:p>
      </dsp:txBody>
      <dsp:txXfrm>
        <a:off x="907518" y="2815889"/>
        <a:ext cx="4956395" cy="1254990"/>
      </dsp:txXfrm>
    </dsp:sp>
    <dsp:sp modelId="{2858A006-0402-4C5F-A563-CC311284EBCA}">
      <dsp:nvSpPr>
        <dsp:cNvPr id="0" name=""/>
        <dsp:cNvSpPr/>
      </dsp:nvSpPr>
      <dsp:spPr>
        <a:xfrm>
          <a:off x="0" y="4433250"/>
          <a:ext cx="5945448" cy="11084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F8B4A-7D16-49C2-BCC5-F4919755DBFB}">
      <dsp:nvSpPr>
        <dsp:cNvPr id="0" name=""/>
        <dsp:cNvSpPr/>
      </dsp:nvSpPr>
      <dsp:spPr>
        <a:xfrm>
          <a:off x="237572" y="4771483"/>
          <a:ext cx="432373" cy="431950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C1C91-DC36-4150-9B16-41D75AA65CB2}">
      <dsp:nvSpPr>
        <dsp:cNvPr id="0" name=""/>
        <dsp:cNvSpPr/>
      </dsp:nvSpPr>
      <dsp:spPr>
        <a:xfrm>
          <a:off x="920752" y="4464321"/>
          <a:ext cx="4956395" cy="932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02" tIns="98702" rIns="98702" bIns="9870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baseline="0" dirty="0"/>
            <a:t>Nella timeline è possibile vedere il successivo viaggio più vicino nel tempo, oltre a quelli futuri e passati. Si avrà modo di modificare ed eliminare i viaggi e di crearne dei nuovi, accendendo alla schermata di planning.</a:t>
          </a:r>
          <a:endParaRPr lang="en-US" sz="1400" kern="1200" dirty="0"/>
        </a:p>
      </dsp:txBody>
      <dsp:txXfrm>
        <a:off x="920752" y="4464321"/>
        <a:ext cx="4956395" cy="932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#6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632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4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876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93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157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31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57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135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236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01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87591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smtClean="0"/>
              <a:t>6/26/2020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5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28DFD1-BEEA-495D-A973-4FA8AA3EE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5822" y="745182"/>
            <a:ext cx="9026153" cy="3386433"/>
          </a:xfrm>
        </p:spPr>
        <p:txBody>
          <a:bodyPr anchor="b">
            <a:normAutofit/>
          </a:bodyPr>
          <a:lstStyle/>
          <a:p>
            <a:r>
              <a:rPr lang="it-IT" sz="6000" dirty="0"/>
              <a:t>Turista Felice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BAD964F-A025-47B6-A259-B14190E23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5822" y="4232516"/>
            <a:ext cx="9026153" cy="2079472"/>
          </a:xfrm>
          <a:noFill/>
        </p:spPr>
        <p:txBody>
          <a:bodyPr anchor="t">
            <a:normAutofit fontScale="77500" lnSpcReduction="20000"/>
          </a:bodyPr>
          <a:lstStyle/>
          <a:p>
            <a:r>
              <a:rPr lang="it-IT" sz="3200" dirty="0">
                <a:solidFill>
                  <a:schemeClr val="tx2"/>
                </a:solidFill>
              </a:rPr>
              <a:t>A cura di:</a:t>
            </a:r>
          </a:p>
          <a:p>
            <a:r>
              <a:rPr lang="it-IT" dirty="0"/>
              <a:t>Ornaghi Alberto,</a:t>
            </a:r>
          </a:p>
          <a:p>
            <a:r>
              <a:rPr lang="it-IT" dirty="0"/>
              <a:t>Pezzotta Luca Michael,</a:t>
            </a:r>
          </a:p>
          <a:p>
            <a:r>
              <a:rPr lang="it-IT" dirty="0"/>
              <a:t>Pizzamiglio Marco,</a:t>
            </a:r>
          </a:p>
          <a:p>
            <a:r>
              <a:rPr lang="it-IT" dirty="0"/>
              <a:t>Saeed Afifa.</a:t>
            </a:r>
            <a:endParaRPr lang="it-IT" sz="3200" dirty="0">
              <a:solidFill>
                <a:schemeClr val="tx2"/>
              </a:solidFill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B734FEF0-069B-48C5-BACF-9716F0301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2811"/>
            <a:ext cx="1286934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4CFB4D4-CFF3-4172-AB21-A2B3D1223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404" y="0"/>
            <a:ext cx="375818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7D1DCE6-FFBE-443D-B789-6A99C289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621" y="804672"/>
            <a:ext cx="2824640" cy="5215128"/>
          </a:xfrm>
        </p:spPr>
        <p:txBody>
          <a:bodyPr anchor="ctr">
            <a:normAutofit/>
          </a:bodyPr>
          <a:lstStyle/>
          <a:p>
            <a:r>
              <a:rPr lang="it-IT" sz="3100">
                <a:solidFill>
                  <a:srgbClr val="FFFFFF"/>
                </a:solidFill>
              </a:rPr>
              <a:t>L’applicazione in... pillole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8442348B-4D40-4647-B4D8-4254D8B430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6537319"/>
              </p:ext>
            </p:extLst>
          </p:nvPr>
        </p:nvGraphicFramePr>
        <p:xfrm>
          <a:off x="804672" y="503583"/>
          <a:ext cx="5945449" cy="5857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746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37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49" name="Rectangle 39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Rectangle 41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BF497115-E02E-4382-9360-6677B48A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 dirty="0" err="1">
                <a:solidFill>
                  <a:srgbClr val="FFFFFF"/>
                </a:solidFill>
              </a:rPr>
              <a:t>Struttura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r>
              <a:rPr lang="en-US" sz="5400" dirty="0" err="1">
                <a:solidFill>
                  <a:srgbClr val="FFFFFF"/>
                </a:solidFill>
              </a:rPr>
              <a:t>dell’app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51" name="Rectangle 43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egnaposto contenuto 5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7CF047A9-2489-433C-AD18-33BDD9F15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422" y="38100"/>
            <a:ext cx="10448039" cy="5067300"/>
          </a:xfrm>
          <a:prstGeom prst="rect">
            <a:avLst/>
          </a:prstGeom>
        </p:spPr>
      </p:pic>
      <p:sp>
        <p:nvSpPr>
          <p:cNvPr id="52" name="Rectangle 45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86981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Blu verde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Century Schoolbook</vt:lpstr>
      <vt:lpstr>Wingdings 2</vt:lpstr>
      <vt:lpstr>Vista</vt:lpstr>
      <vt:lpstr>Turista Felice</vt:lpstr>
      <vt:lpstr>L’applicazione in... pillole</vt:lpstr>
      <vt:lpstr>Struttura dell’app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Turista Felice</dc:title>
  <dc:creator>a.saeed@campus.unimib.it</dc:creator>
  <cp:lastModifiedBy>a.saeed@campus.unimib.it</cp:lastModifiedBy>
  <cp:revision>4</cp:revision>
  <dcterms:created xsi:type="dcterms:W3CDTF">2020-06-25T13:21:00Z</dcterms:created>
  <dcterms:modified xsi:type="dcterms:W3CDTF">2020-06-25T22:43:13Z</dcterms:modified>
</cp:coreProperties>
</file>